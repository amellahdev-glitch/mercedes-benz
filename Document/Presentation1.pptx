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6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6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77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64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6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4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40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02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6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6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3185098B-BE18-5904-2633-A5D953CF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9" r="-1" b="15163"/>
          <a:stretch>
            <a:fillRect/>
          </a:stretch>
        </p:blipFill>
        <p:spPr>
          <a:xfrm>
            <a:off x="-3049" y="10"/>
            <a:ext cx="12188932" cy="685799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9CCD127-38C0-672B-D133-D35049CFC495}"/>
              </a:ext>
            </a:extLst>
          </p:cNvPr>
          <p:cNvSpPr txBox="1"/>
          <p:nvPr/>
        </p:nvSpPr>
        <p:spPr>
          <a:xfrm>
            <a:off x="133265" y="1304740"/>
            <a:ext cx="80350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latin typeface="Aptos Black" panose="020F0502020204030204" pitchFamily="34" charset="0"/>
              </a:rPr>
              <a:t>Développement et réalisation d’un site web </a:t>
            </a:r>
            <a:endParaRPr lang="en-US" sz="6000" dirty="0">
              <a:latin typeface="Aptos Black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0C9988-476F-1C7F-8BED-DD47858ED12B}"/>
              </a:ext>
            </a:extLst>
          </p:cNvPr>
          <p:cNvSpPr txBox="1"/>
          <p:nvPr/>
        </p:nvSpPr>
        <p:spPr>
          <a:xfrm>
            <a:off x="31993" y="4496867"/>
            <a:ext cx="6700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>
                <a:latin typeface="Berlin Sans FB Demi" panose="020E0802020502020306" pitchFamily="34" charset="0"/>
              </a:rPr>
              <a:t>Amellah Mohamed</a:t>
            </a:r>
            <a:endParaRPr lang="en-US" sz="6000" dirty="0">
              <a:latin typeface="Berlin Sans FB Demi" panose="020E0802020502020306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3949C8-146D-BC0D-26EC-A125616BE869}"/>
              </a:ext>
            </a:extLst>
          </p:cNvPr>
          <p:cNvSpPr txBox="1"/>
          <p:nvPr/>
        </p:nvSpPr>
        <p:spPr>
          <a:xfrm>
            <a:off x="2075688" y="5553260"/>
            <a:ext cx="2378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>
                <a:latin typeface="Amasis MT Pro Black" panose="02040A04050005020304" pitchFamily="18" charset="0"/>
              </a:rPr>
              <a:t>DEV-105</a:t>
            </a:r>
            <a:endParaRPr lang="en-US" sz="4000" dirty="0">
              <a:latin typeface="Amasis MT Pro Black" panose="02040A04050005020304" pitchFamily="18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776EE0-1FB5-61C8-A78A-7836B45CBE6C}"/>
              </a:ext>
            </a:extLst>
          </p:cNvPr>
          <p:cNvCxnSpPr>
            <a:cxnSpLocks/>
          </p:cNvCxnSpPr>
          <p:nvPr/>
        </p:nvCxnSpPr>
        <p:spPr>
          <a:xfrm flipV="1">
            <a:off x="130196" y="4261104"/>
            <a:ext cx="6828388" cy="238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2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Background Fill">
            <a:extLst>
              <a:ext uri="{FF2B5EF4-FFF2-40B4-BE49-F238E27FC236}">
                <a16:creationId xmlns:a16="http://schemas.microsoft.com/office/drawing/2014/main" id="{674DE55D-5E7B-49C3-AC0F-EE10C2D05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F2452E-B75C-37CF-3FE6-959598FDD01D}"/>
              </a:ext>
            </a:extLst>
          </p:cNvPr>
          <p:cNvSpPr txBox="1"/>
          <p:nvPr/>
        </p:nvSpPr>
        <p:spPr>
          <a:xfrm>
            <a:off x="4288536" y="37995"/>
            <a:ext cx="3029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Page d’accueil :</a:t>
            </a:r>
            <a:endParaRPr lang="en-US" sz="3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336B09-C98B-9FD6-0604-690605404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16" y="1098854"/>
            <a:ext cx="9713620" cy="499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229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33D66B-93BD-2F40-D713-2EA6AAB1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C6BA10B-11DD-9053-E836-941579EF092E}"/>
              </a:ext>
            </a:extLst>
          </p:cNvPr>
          <p:cNvSpPr txBox="1"/>
          <p:nvPr/>
        </p:nvSpPr>
        <p:spPr>
          <a:xfrm>
            <a:off x="4288536" y="37995"/>
            <a:ext cx="3029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Page d’accueil :</a:t>
            </a:r>
            <a:endParaRPr lang="en-US" sz="3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" name="Picture 2" descr="A screenshot of a car&#10;&#10;AI-generated content may be incorrect.">
            <a:extLst>
              <a:ext uri="{FF2B5EF4-FFF2-40B4-BE49-F238E27FC236}">
                <a16:creationId xmlns:a16="http://schemas.microsoft.com/office/drawing/2014/main" id="{4E8549D7-F4A5-24C7-053C-B17C2516A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2" y="1306820"/>
            <a:ext cx="11494008" cy="481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377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0D26F5-C395-9B07-FD40-0AAEA05C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913B7E9-C8F4-560E-1249-14AC4F5EA63D}"/>
              </a:ext>
            </a:extLst>
          </p:cNvPr>
          <p:cNvSpPr txBox="1"/>
          <p:nvPr/>
        </p:nvSpPr>
        <p:spPr>
          <a:xfrm>
            <a:off x="4288536" y="37995"/>
            <a:ext cx="3029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Page d’accueil :</a:t>
            </a:r>
            <a:endParaRPr lang="en-US" sz="3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BBDFF14E-D343-7CA4-0BB9-3ADD3B77D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3106"/>
            <a:ext cx="12192000" cy="415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4234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503CA-209C-1F43-3A4C-15FBF731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41C81CF-5584-4D34-922D-63598AA11749}"/>
              </a:ext>
            </a:extLst>
          </p:cNvPr>
          <p:cNvSpPr txBox="1"/>
          <p:nvPr/>
        </p:nvSpPr>
        <p:spPr>
          <a:xfrm>
            <a:off x="4169664" y="75098"/>
            <a:ext cx="497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Page des produits :</a:t>
            </a:r>
            <a:endParaRPr lang="en-US" sz="3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CDA3D-2D94-B61C-852F-7129540A0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949971"/>
            <a:ext cx="10411968" cy="533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568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BE60F-F1DC-F0FE-5354-F1D7BEB38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BF6FDEA-8A0D-1937-5B9F-C1060AECCB71}"/>
              </a:ext>
            </a:extLst>
          </p:cNvPr>
          <p:cNvSpPr txBox="1"/>
          <p:nvPr/>
        </p:nvSpPr>
        <p:spPr>
          <a:xfrm>
            <a:off x="4169664" y="75098"/>
            <a:ext cx="497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Page des produits :</a:t>
            </a:r>
            <a:endParaRPr lang="en-US" sz="3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76F582-8EB9-574F-65DB-0106FC20C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917" y="1089978"/>
            <a:ext cx="5562083" cy="516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3025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610D7-2860-EB60-672A-42691D07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3D6AEE8-2828-C0DF-77C8-E7A3BCDE2B1F}"/>
              </a:ext>
            </a:extLst>
          </p:cNvPr>
          <p:cNvSpPr txBox="1"/>
          <p:nvPr/>
        </p:nvSpPr>
        <p:spPr>
          <a:xfrm>
            <a:off x="3608832" y="98544"/>
            <a:ext cx="497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 propos de la page :</a:t>
            </a:r>
            <a:endParaRPr lang="en-US" sz="3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C79A01-1BE9-2E37-9A04-E4386A678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93" r="9605"/>
          <a:stretch>
            <a:fillRect/>
          </a:stretch>
        </p:blipFill>
        <p:spPr>
          <a:xfrm>
            <a:off x="2064353" y="1658816"/>
            <a:ext cx="8063294" cy="48572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1A7E12-E028-83F4-B707-E62816BABA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32" t="13216" r="16932" b="-13216"/>
          <a:stretch>
            <a:fillRect/>
          </a:stretch>
        </p:blipFill>
        <p:spPr>
          <a:xfrm>
            <a:off x="2064353" y="880302"/>
            <a:ext cx="8063294" cy="102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5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90F43-D43F-2BE4-0402-955842C5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81C1EED-4334-E122-7F35-3B74F1032ABC}"/>
              </a:ext>
            </a:extLst>
          </p:cNvPr>
          <p:cNvSpPr txBox="1"/>
          <p:nvPr/>
        </p:nvSpPr>
        <p:spPr>
          <a:xfrm>
            <a:off x="4122400" y="100209"/>
            <a:ext cx="497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Page de contact :</a:t>
            </a:r>
            <a:endParaRPr lang="en-US" sz="3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828BC-F7DC-5305-6898-BA48F9A13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040" y="875839"/>
            <a:ext cx="8363920" cy="51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3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6E15B5-F81E-F7B5-B550-3F69E6EA0292}"/>
              </a:ext>
            </a:extLst>
          </p:cNvPr>
          <p:cNvSpPr txBox="1"/>
          <p:nvPr/>
        </p:nvSpPr>
        <p:spPr>
          <a:xfrm>
            <a:off x="0" y="1723292"/>
            <a:ext cx="121919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Merci Pour votre attention.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98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41</Words>
  <Application>Microsoft Office PowerPoint</Application>
  <PresentationFormat>Widescreen</PresentationFormat>
  <Paragraphs>11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ADLaM Display</vt:lpstr>
      <vt:lpstr>Amasis MT Pro Black</vt:lpstr>
      <vt:lpstr>Aptos Black</vt:lpstr>
      <vt:lpstr>Arial</vt:lpstr>
      <vt:lpstr>Avenir Next LT Pro</vt:lpstr>
      <vt:lpstr>Berlin Sans FB Demi</vt:lpstr>
      <vt:lpstr>Posterama</vt:lpstr>
      <vt:lpstr>SplashVTI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Amellah</dc:creator>
  <cp:lastModifiedBy>Mohamed Amellah</cp:lastModifiedBy>
  <cp:revision>2</cp:revision>
  <dcterms:created xsi:type="dcterms:W3CDTF">2025-11-25T15:42:35Z</dcterms:created>
  <dcterms:modified xsi:type="dcterms:W3CDTF">2025-11-26T22:19:05Z</dcterms:modified>
</cp:coreProperties>
</file>